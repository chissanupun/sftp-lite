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SFTP-Lite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1 — Socket Programming, CS351</a:t>
            </a:r>
            <a:br/>
            <a:br/>
            <a:r>
              <a:rPr/>
              <a:t>Chissanupun Athiwarikanon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ส่งไฟล์ให้ตัวเองผ่าน LINE/Messenger → </a:t>
            </a:r>
            <a:r>
              <a:rPr b="1"/>
              <a:t>โดนบีบอัดคุณภาพ</a:t>
            </a:r>
            <a:r>
              <a:rPr/>
              <a:t> (รูป/วิดีโอ) อัตโนมัติ</a:t>
            </a:r>
          </a:p>
          <a:p>
            <a:pPr lvl="0"/>
            <a:r>
              <a:rPr/>
              <a:t>ต้องพึ่งอินเทอร์เน็ต แม้ทั้งสองเครื่องอยู่ห้องเดียวกัน</a:t>
            </a:r>
          </a:p>
          <a:p>
            <a:pPr lvl="0"/>
            <a:r>
              <a:rPr b="1"/>
              <a:t>SFTP-Lite</a:t>
            </a:r>
            <a:r>
              <a:rPr/>
              <a:t>: ส่งไฟล์ raw bytes ตรงระหว่างเครื่องในวง LAN/WiFi เดียวกัน — ไม่บีบอัด ไม่ต้องเน็ต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ระบบหลัก — File Transfer</a:t>
            </a:r>
            <a:r>
              <a:rPr/>
              <a:t>: </a:t>
            </a:r>
            <a:r>
              <a:rPr>
                <a:latin typeface="Courier"/>
              </a:rPr>
              <a:t>STORE</a:t>
            </a:r>
            <a:r>
              <a:rPr/>
              <a:t> / </a:t>
            </a:r>
            <a:r>
              <a:rPr>
                <a:latin typeface="Courier"/>
              </a:rPr>
              <a:t>GET</a:t>
            </a:r>
            <a:r>
              <a:rPr/>
              <a:t> / </a:t>
            </a:r>
            <a:r>
              <a:rPr>
                <a:latin typeface="Courier"/>
              </a:rPr>
              <a:t>LIST</a:t>
            </a:r>
            <a:r>
              <a:rPr/>
              <a:t> / </a:t>
            </a:r>
            <a:r>
              <a:rPr>
                <a:latin typeface="Courier"/>
              </a:rPr>
              <a:t>DELETE</a:t>
            </a:r>
          </a:p>
          <a:p>
            <a:pPr lvl="0"/>
            <a:r>
              <a:rPr b="1"/>
              <a:t>ระบบรอง — Discovery Beacon</a:t>
            </a:r>
            <a:r>
              <a:rPr/>
              <a:t>: client หา server เจอเองในวง LAN โดยไม่ต้องรู้ IP ล่วงหน้า</a:t>
            </a:r>
          </a:p>
          <a:p>
            <a:pPr lvl="0"/>
            <a:r>
              <a:rPr/>
              <a:t>CLI จริง: </a:t>
            </a:r>
            <a:r>
              <a:rPr>
                <a:latin typeface="Courier"/>
              </a:rPr>
              <a:t>sftplite store/get/list/delete/discover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Transport — main system (File Transfer)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มิติ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ความต้องการ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บังคับ?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Data integrity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ไฟล์ต้องไม่หาย/ไม่เพี้ยน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บังคับ → TCP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ไม่ time-sensitive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ไม่บังคับ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Throughput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Elastic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ไม่บังคับ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ไม่มี (ตัดสินใจไว้ตั้งใจ)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ไม่บังคับ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มีแค่ integrity บังคับ → TCP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Transport — secondary system (Discovery)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มิติ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ความต้องการ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บังคับ?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integrity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ทนการสูญหายได้ (ส่งซ้ำทุก 2s)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ไม่บังคับ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โครงสร้างการสื่อสาร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ต้อง broadcast แบบ one-to-many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บังคับ → UDP</a:t>
                      </a:r>
                      <a:r>
                        <a:rPr/>
                        <a:t> (TCP เป็น point-to-point ทำไม่ได้)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สองระบบ สองเหตุผล ไม่ใช่การเลือกไม่ถูก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Protocol session (mirrors SMTP: handshake → transfer → closure)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S: 220 SFTP-Lite ready
C: STORE &lt;filename&gt; &lt;size&gt;
S: 100 Continue | 400 Bad Request
C: &lt;raw bytes&gt;
S: 201 Stored | 500 Server Error
C: GET &lt;filename&gt;       → S: 200 OK &lt;size&gt; + bytes | 404 Not Found
C: LIST                 → S: 200 OK &lt;count&gt; + names
C: DELETE &lt;filename&gt;    → S: 200 OK Deleted | 404 Not Found
C: QUIT                 → S: 221 Closing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</a:t>
            </a:r>
            <a:r>
              <a:rPr>
                <a:latin typeface="Courier"/>
              </a:rPr>
              <a:t>100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Naive design: client sends header, immediately streams file bytes</a:t>
            </a:r>
          </a:p>
          <a:p>
            <a:pPr lvl="0"/>
            <a:r>
              <a:rPr/>
              <a:t>If server rejects (</a:t>
            </a:r>
            <a:r>
              <a:rPr>
                <a:latin typeface="Courier"/>
              </a:rPr>
              <a:t>400</a:t>
            </a:r>
            <a:r>
              <a:rPr/>
              <a:t>) </a:t>
            </a:r>
            <a:r>
              <a:rPr b="1"/>
              <a:t>after</a:t>
            </a:r>
            <a:r>
              <a:rPr/>
              <a:t> bytes are already sent → those bytes sit in the TCP stream, get misread as the next command → </a:t>
            </a:r>
            <a:r>
              <a:rPr b="1"/>
              <a:t>session desync</a:t>
            </a:r>
          </a:p>
          <a:p>
            <a:pPr lvl="0"/>
            <a:r>
              <a:rPr/>
              <a:t>Fix: client waits for </a:t>
            </a:r>
            <a:r>
              <a:rPr>
                <a:latin typeface="Courier"/>
              </a:rPr>
              <a:t>100 Continue</a:t>
            </a:r>
            <a:r>
              <a:rPr/>
              <a:t> before sending any payload</a:t>
            </a:r>
          </a:p>
          <a:p>
            <a:pPr lvl="0"/>
            <a:r>
              <a:rPr/>
              <a:t>Protocol-level fix, not a patch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Happy path: store → list → get → delete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404</a:t>
            </a:r>
            <a:r>
              <a:rPr/>
              <a:t> — get a missing file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400</a:t>
            </a:r>
            <a:r>
              <a:rPr/>
              <a:t> — driven by hand over raw TCP (</a:t>
            </a:r>
            <a:r>
              <a:rPr>
                <a:latin typeface="Courier"/>
              </a:rPr>
              <a:t>nc</a:t>
            </a:r>
            <a:r>
              <a:rPr/>
              <a:t>), proves the protocol is genuinely line-based text</a:t>
            </a:r>
          </a:p>
          <a:p>
            <a:pPr lvl="0" indent="-342900" marL="342900">
              <a:buAutoNum type="arabicPeriod"/>
            </a:pPr>
            <a:r>
              <a:rPr/>
              <a:t>Partial-transfer discard — interrupt a large STORE, show no corrupt file left behind</a:t>
            </a:r>
          </a:p>
          <a:p>
            <a:pPr lvl="0" indent="-342900" marL="342900">
              <a:buAutoNum type="arabicPeriod"/>
            </a:pPr>
            <a:r>
              <a:rPr/>
              <a:t>Discovery beacon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SFTP-Lite</dc:title>
  <dc:creator>Chissanupun Athiwarikanon</dc:creator>
  <cp:keywords/>
  <dcterms:created xsi:type="dcterms:W3CDTF">2026-08-26T09:39:48Z</dcterms:created>
  <dcterms:modified xsi:type="dcterms:W3CDTF">2026-08-26T09:39:48Z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Project 1 — Socket Programming, CS351</vt:lpwstr>
  </property>
</Properties>
</file>